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855" r:id="rId1"/>
  </p:sldMasterIdLst>
  <p:notesMasterIdLst>
    <p:notesMasterId r:id="rId10"/>
  </p:notesMasterIdLst>
  <p:sldIdLst>
    <p:sldId id="256" r:id="rId2"/>
    <p:sldId id="259" r:id="rId3"/>
    <p:sldId id="258" r:id="rId4"/>
    <p:sldId id="272" r:id="rId5"/>
    <p:sldId id="261" r:id="rId6"/>
    <p:sldId id="270" r:id="rId7"/>
    <p:sldId id="271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D90E-7660-F7DF-86B0-6D402B103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C18C9-4A84-CFE5-8407-DDD34F284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326F-106A-2DEC-2A5C-DF095EFB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E2A02-DDA6-BBE6-C666-7F232C34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BBC77-E4BC-78D1-2E79-A7421289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7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4F84-94D6-54CF-2FD1-BAD5D370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00B3-8919-94E5-D668-8360E9B53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4DD7E-79D4-C15D-0D47-A4095CD1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85689-A618-A62A-D57D-0C1572CC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B62A4-F79D-31BC-8915-119A4A00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7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E904-8730-570C-42E0-53E143D1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A205A-A389-5796-BD0E-001FA1C97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1E96E-9A8D-A7C0-5201-71DEE7A5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46C84-FDB2-3A05-6BB3-75749E2A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0E12-308A-64A4-A26F-9179157C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9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92F8-83EB-43FA-897C-B971ACDF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5A8C-74B6-E3DA-E303-660E2CAD7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0B1B0-2404-EF0A-EEC0-E94E6886D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9FC91-417A-9B58-07C9-18E7EF6F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AC2A2-FB75-11DB-711C-C60F54C4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4751B-BF82-F224-D34E-4C4FA658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5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4092-C102-737D-3EDA-3959795A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7F73B-4B79-3CFC-124A-56D431024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54CF4-6309-DE86-1D5B-34730B0E8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F96080-2E30-1062-1609-601300609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92FA01-57BD-D3C2-B8BC-EFC1A31FB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AE56F-1E40-3612-0BB6-4DEBD9FD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4E411-8451-DE9E-4B78-2BFEC32E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977A8-2A4E-22A7-88CD-53F5F8F2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CD9C-10C4-FCF9-FEDB-1A1D1336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E26B3-A3C5-5EB7-6BBE-6FE30AD4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263E-38A3-1A12-FF11-E91A19A7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230DE-4A7F-4075-EC58-65ADA041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8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98CCD-9046-EF3C-1283-E650F571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908C7-9271-C72B-3DB7-EB862009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09A9-B3B2-67F5-00E9-B84622AF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7573-BDB8-A845-A41A-B78AFAD5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A6DB9-52C6-BD3C-1623-0D3A7F884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C8AE7-C89A-A120-63DA-AB074D03A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63D32-2341-5CF9-5CBD-FF4AFB27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740B1-29AF-89CE-29A4-F4D580D5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FF5E6-0440-7A01-35E7-4C9900AAB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18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A7B4-8350-AEE1-33F0-209BB115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0A9E8-82DC-09DE-AF21-A11FF9F80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8AEDA-8A6C-C907-2C1E-E67652577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3CA86-1138-5E0A-9415-427F9009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5E5ED-9D7A-9A06-F1EB-8DEE1B7F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80D70-5424-0871-6352-987CEBEA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2093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0E67-123E-3744-940D-B869F833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8D0F1-2242-B429-6BC4-BA7407991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C3B9-AF52-3FA4-E9B7-B38FA5B8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683C-6E10-D306-7004-10A7F17E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4D20-A8F4-C123-ADD5-81A62244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1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161A8-49E8-D18F-CC25-89C015809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94312-F0E2-F94A-7DF6-144E812BE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71FBA-F32B-1141-4F75-EF22D84E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8D17E-43C0-5BD3-85B8-9426B97E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15616-3001-0BD4-5E42-80E07FD1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8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C676E-E297-BBE3-01A1-AFE8B6A6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9C944-5AD1-6EEE-04C8-7E8137154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066C4-AC7E-FC76-B3C2-798A8B726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F543-2BBD-CA8E-77BD-E6BE2EB8C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3F041-2AA4-B75A-CB13-F215A68AB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2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70598" y="3259175"/>
            <a:ext cx="10441940" cy="10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CSA1104-Object Oriented Analysis and Design 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6587490" y="4723130"/>
            <a:ext cx="5203190" cy="213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2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  <a:endParaRPr sz="22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N.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 Harshitha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(192371063)</a:t>
            </a:r>
          </a:p>
          <a:p>
            <a:pPr algn="l"/>
            <a:endParaRPr lang="en-US" sz="2400" dirty="0"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76213" y="4722854"/>
            <a:ext cx="3456458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2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br>
              <a:rPr lang="en-US" sz="22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 Gayathri</a:t>
            </a:r>
            <a:endParaRPr sz="32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373187" y="2551289"/>
            <a:ext cx="9848215" cy="128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3200"/>
            </a:pPr>
            <a:endParaRPr sz="26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365731" y="1671392"/>
            <a:ext cx="70418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Technical Presentation</a:t>
            </a: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D5799-D963-BC16-3B1D-E45D5EEE92DC}"/>
              </a:ext>
            </a:extLst>
          </p:cNvPr>
          <p:cNvSpPr txBox="1"/>
          <p:nvPr/>
        </p:nvSpPr>
        <p:spPr>
          <a:xfrm>
            <a:off x="3773129" y="2551289"/>
            <a:ext cx="6563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1743958" y="274638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24" name="Google Shape;124;p16"/>
          <p:cNvSpPr txBox="1">
            <a:spLocks noGrp="1"/>
          </p:cNvSpPr>
          <p:nvPr>
            <p:ph idx="1"/>
          </p:nvPr>
        </p:nvSpPr>
        <p:spPr>
          <a:xfrm>
            <a:off x="536028" y="1913233"/>
            <a:ext cx="5864772" cy="4088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Online Banking?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is a digital service that allows customers to access banking services through the internet.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banking anytime and anywhere.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secure and convenient financial transactions. </a:t>
            </a:r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6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6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Online Banking System Project in PHP - Student Projects Live">
            <a:extLst>
              <a:ext uri="{FF2B5EF4-FFF2-40B4-BE49-F238E27FC236}">
                <a16:creationId xmlns:a16="http://schemas.microsoft.com/office/drawing/2014/main" id="{3F1FE017-7E75-474E-CCAC-5AFF08295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130" y="1913233"/>
            <a:ext cx="4724400" cy="4334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idx="1"/>
          </p:nvPr>
        </p:nvSpPr>
        <p:spPr>
          <a:xfrm>
            <a:off x="383540" y="2059826"/>
            <a:ext cx="11424920" cy="416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Online Banking System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and convenient banking services over the internet.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customers to access their accounts 24×7.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paperwork and manual banking operations.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transaction speed and banking efficiency.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customer satisfaction through digital services. </a:t>
            </a:r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FF7B24-7611-6E22-CCE1-6E85348AA6AD}"/>
              </a:ext>
            </a:extLst>
          </p:cNvPr>
          <p:cNvSpPr txBox="1"/>
          <p:nvPr/>
        </p:nvSpPr>
        <p:spPr>
          <a:xfrm>
            <a:off x="3305673" y="559788"/>
            <a:ext cx="733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 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751B-C774-8756-DC38-06A77588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865" y="256134"/>
            <a:ext cx="96626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6C66-9CBC-32BF-357D-9EAA1A7E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 smtClean="0"/>
              <a:t>4</a:t>
            </a:fld>
            <a:endParaRPr lang="en-US" b="1"/>
          </a:p>
        </p:txBody>
      </p:sp>
      <p:pic>
        <p:nvPicPr>
          <p:cNvPr id="6" name="Google Shape;115;p15">
            <a:extLst>
              <a:ext uri="{FF2B5EF4-FFF2-40B4-BE49-F238E27FC236}">
                <a16:creationId xmlns:a16="http://schemas.microsoft.com/office/drawing/2014/main" id="{25B8524C-6F05-AF0C-F4FB-9B146519DB9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6;p15">
            <a:extLst>
              <a:ext uri="{FF2B5EF4-FFF2-40B4-BE49-F238E27FC236}">
                <a16:creationId xmlns:a16="http://schemas.microsoft.com/office/drawing/2014/main" id="{E76C9A3A-2A74-558F-FE9C-410DE2410EA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27B478-2E28-44A9-D750-599280C25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201" y="1336181"/>
            <a:ext cx="7999832" cy="502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2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3818194" y="262410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47" name="Google Shape;147;p18"/>
          <p:cNvSpPr txBox="1">
            <a:spLocks noGrp="1"/>
          </p:cNvSpPr>
          <p:nvPr>
            <p:ph idx="1"/>
          </p:nvPr>
        </p:nvSpPr>
        <p:spPr>
          <a:xfrm>
            <a:off x="452284" y="1405410"/>
            <a:ext cx="657778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Online Banking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banking services anytime and anywhere.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reducing branch visits.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 and secure money transfers.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and operational costs.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customer convenience and satisfaction.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digital and cashless transactions.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dvantages of e-banking – LAW Notes">
            <a:extLst>
              <a:ext uri="{FF2B5EF4-FFF2-40B4-BE49-F238E27FC236}">
                <a16:creationId xmlns:a16="http://schemas.microsoft.com/office/drawing/2014/main" id="{FDA3821A-61D2-2C10-9B82-57D127F1F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997" y="2182761"/>
            <a:ext cx="4811364" cy="4008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1767-00DF-65A1-61D5-DD17A5838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142" y="320675"/>
            <a:ext cx="7433188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04C35-FFEB-4B55-BC33-38805B7CF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Challenges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 stable internet connection.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 phishing and cyber attacks.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protect their login credentials.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issues may temporarily affect banking services.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users may find digital banking difficult to use.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E690-CA05-81BD-27AB-B392A83A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Google Shape;151;p18">
            <a:extLst>
              <a:ext uri="{FF2B5EF4-FFF2-40B4-BE49-F238E27FC236}">
                <a16:creationId xmlns:a16="http://schemas.microsoft.com/office/drawing/2014/main" id="{E1D90113-40A9-FA2A-4435-D4F0BC90465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2;p18">
            <a:extLst>
              <a:ext uri="{FF2B5EF4-FFF2-40B4-BE49-F238E27FC236}">
                <a16:creationId xmlns:a16="http://schemas.microsoft.com/office/drawing/2014/main" id="{861B798F-62F7-397E-488B-F0DA13491EC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ore Banking System: Meaning, Architecture &amp; Benefits - watsoo">
            <a:extLst>
              <a:ext uri="{FF2B5EF4-FFF2-40B4-BE49-F238E27FC236}">
                <a16:creationId xmlns:a16="http://schemas.microsoft.com/office/drawing/2014/main" id="{7601C8D9-C72C-2EDC-6ABB-C8651F5E4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284" y="2101850"/>
            <a:ext cx="4724061" cy="394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C4A3-6189-F12F-52B1-F348D261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89" y="410368"/>
            <a:ext cx="934801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8625E-3F28-A00F-8D96-B63E1179E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has transformed traditional banking into a faster and more efficient digital service.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offers secure, reliable, and convenient banking without visiting a physical branch.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 technologies help protect customer data and financial transactions.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innovations such as AI and blockchain will make online banking even more secure and user-friendly.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59BD8-66A2-A488-09B6-4FB0F79F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Google Shape;151;p18">
            <a:extLst>
              <a:ext uri="{FF2B5EF4-FFF2-40B4-BE49-F238E27FC236}">
                <a16:creationId xmlns:a16="http://schemas.microsoft.com/office/drawing/2014/main" id="{D6E1A49D-03D6-2762-24A9-EA6A79155FCA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2;p18">
            <a:extLst>
              <a:ext uri="{FF2B5EF4-FFF2-40B4-BE49-F238E27FC236}">
                <a16:creationId xmlns:a16="http://schemas.microsoft.com/office/drawing/2014/main" id="{86929F23-6539-F5CC-254C-A3A1413FF8A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895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pic>
        <p:nvPicPr>
          <p:cNvPr id="228" name="Google Shape;228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896257" y="162226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</TotalTime>
  <Words>283</Words>
  <Application>Microsoft Office PowerPoint</Application>
  <PresentationFormat>Widescreen</PresentationFormat>
  <Paragraphs>48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CSA1104-Object Oriented Analysis and Design </vt:lpstr>
      <vt:lpstr>INTRODUCTION</vt:lpstr>
      <vt:lpstr>PowerPoint Presentation</vt:lpstr>
      <vt:lpstr>SYSTEM ARCHITECTURE</vt:lpstr>
      <vt:lpstr>ADVANTAGES</vt:lpstr>
      <vt:lpstr>CHALLENGES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 HARSHITHA NASINA</dc:creator>
  <cp:lastModifiedBy>HIMA HARSHITHA NASINA</cp:lastModifiedBy>
  <cp:revision>32</cp:revision>
  <dcterms:created xsi:type="dcterms:W3CDTF">2026-01-07T16:02:00Z</dcterms:created>
  <dcterms:modified xsi:type="dcterms:W3CDTF">2026-07-27T03:36:07Z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59C080FC8E1941F6BD4ECE9887E297A5_13</vt:lpwstr>
  </property>
  <property fmtid="{D5CDD505-2E9C-101B-9397-08002B2CF9AE}" pid="3" name="KSOProductBuildVer">
    <vt:lpwstr>2057-12.2.0.23196</vt:lpwstr>
  </property>
</Properties>
</file>